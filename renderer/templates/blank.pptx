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1CAB-F0FE-BB93-F2B2-F562DD5A4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E55F2-2BF2-167E-2747-A92110763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19576-0333-A952-54CA-1464F5426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2B9-A840-498B-8881-D0A3E67071C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8A9D9-7C11-B3C4-12ED-C8D646540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C39A7-4DAB-DA34-09EA-26DEE15D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49B-05F9-4F73-8563-755F44E90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22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F26F-C47D-FDAA-20C8-FEE376C35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728B3-4C47-5138-F17C-A40B8B89B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4A4A3-AC0A-03B7-9D7D-14086B9A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2B9-A840-498B-8881-D0A3E67071C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B835B-2FF9-3864-9ED9-61EF82241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EE851-C702-D61C-5C42-AAFE4468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49B-05F9-4F73-8563-755F44E90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8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EFEA-D2DE-2CC3-D410-B7563105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5108E-1179-979A-959C-B70F2D40B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6DC9E-412A-BC11-4DDB-F6E444897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2B9-A840-498B-8881-D0A3E67071C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9FB29-2F6D-95B8-638B-699E35DB7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E44D5-0277-4529-9CCA-458D1EB2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49B-05F9-4F73-8563-755F44E90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06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58B48-3F06-C7F8-7E3D-B5BCA4D7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3684B-6CCC-F2BE-009C-60DCF81BF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0CF98-2628-AA76-E070-805676444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B5A635-C735-E920-2AE7-F90D8427E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2B9-A840-498B-8881-D0A3E67071C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F8C22-1AA2-7A64-B837-4DF6B5932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1AC57-0400-622D-2527-DA447B46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49B-05F9-4F73-8563-755F44E90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13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0454-35AC-68BD-5FEC-B0ED36657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5C8D0-E337-1666-D61E-1528E5126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5C851-A259-E873-0297-7B4370E4F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E44269-A251-F088-EA3A-AFC6780CB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99CCB5-7EA6-A5C4-15C5-B707DD93B9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752C20-2F24-CAEF-4FE0-FB9C3E91C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2B9-A840-498B-8881-D0A3E67071C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53691E-21D7-6ADE-FC2B-5B32C3589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7D99A-1D6B-4F27-2294-068090A47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49B-05F9-4F73-8563-755F44E90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14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716B-3B36-BB91-89C2-250EDD0D5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A7EBF-6E7C-3F63-4A02-5D253240A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2B9-A840-498B-8881-D0A3E67071C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178DF-0922-657D-0AF3-56E3D7055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7BC09E-84EC-E628-0B3A-5AE1600B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49B-05F9-4F73-8563-755F44E90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990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6FEE78-374C-3C29-3306-21A2CA782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2B9-A840-498B-8881-D0A3E67071C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23EAC-0099-B32B-9855-5C749EA3A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79FDF-F88C-488C-4980-8620705B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49B-05F9-4F73-8563-755F44E90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83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AAA52-558B-ABAA-3D10-E4FD98B0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59F49-7BCA-F759-2F91-E7E66DF1D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B6E12-7C7A-608C-BCA0-1EAFE2A6B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54765-F085-E878-A47E-A36DFDDE1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2B9-A840-498B-8881-D0A3E67071C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4D043-7DC9-56A0-2ECE-3CA67B1A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ADBF3-D56B-0B8F-FCE6-4AB3D63C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49B-05F9-4F73-8563-755F44E90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87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95A69-427E-9651-495A-2C831E544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8F9BB1-CC3F-2B0D-627A-4F8D5FD0FF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9AFFC-D289-D36C-63E9-16D59164C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FB9B7-23BD-505B-B5CE-D121ECDAD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2B9-A840-498B-8881-D0A3E67071C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AF7F0-870F-D8C3-DBB1-B6D5ECD7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07FEF-55E9-B773-6A03-E8C911D1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49B-05F9-4F73-8563-755F44E90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24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FDFC-D8A1-B5B5-BBF9-593EBFEAF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809368-ECB2-E500-03FA-27B68598C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5914E-66C3-44C3-27C8-99467895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2B9-A840-498B-8881-D0A3E67071C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95B9B-4A04-3578-AA92-6A195FD8E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9C6F8-D584-02C9-F041-AC38FC1A2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49B-05F9-4F73-8563-755F44E90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059340-64D4-6357-E1C7-30F5E84AD6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C7E2E-4D35-BE8A-9351-F2CDA74AA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09394-460B-5A65-4496-C8CC882BD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72B9-A840-498B-8881-D0A3E67071C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F324-F05E-9869-8E9E-8EA58B619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6D557-DDF6-32A5-C0B1-6EBF9F6C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6E49B-05F9-4F73-8563-755F44E90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518493-47B2-C55B-D192-EFE1C8B9A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4C8BB-5A1D-DB2A-997D-F82C27F89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B3DE1-AC88-F2EE-F941-BF8054E0D7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7672B9-A840-498B-8881-D0A3E67071C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8339F-EC68-959C-81E2-736F13C430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2E71D-3049-8CAE-4F22-A7E308017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6E49B-05F9-4F73-8563-755F44E902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6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BA5E-2EDD-2866-C24F-FCF51444C4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688211-B42C-F689-3BFE-CA11637D9F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3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Doc Studio</dc:creator>
  <cp:lastModifiedBy>Doc Studio</cp:lastModifiedBy>
  <cp:revision>1</cp:revision>
</cp:coreProperties>
</file>